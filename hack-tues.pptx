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QkGkwxWKFEFJkKqJCDQt5frB1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1"/>
          <p:cNvGrpSpPr/>
          <p:nvPr/>
        </p:nvGrpSpPr>
        <p:grpSpPr>
          <a:xfrm>
            <a:off x="-11206" y="0"/>
            <a:ext cx="12200158" cy="6858000"/>
            <a:chOff x="641268" y="598259"/>
            <a:chExt cx="10899453" cy="5680742"/>
          </a:xfrm>
        </p:grpSpPr>
        <p:sp>
          <p:nvSpPr>
            <p:cNvPr id="86" name="Google Shape;86;p1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641268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89" name="Google Shape;89;p1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1"/>
          <p:cNvSpPr txBox="1"/>
          <p:nvPr>
            <p:ph type="ctrTitle"/>
          </p:nvPr>
        </p:nvSpPr>
        <p:spPr>
          <a:xfrm>
            <a:off x="789708" y="666351"/>
            <a:ext cx="10558405" cy="3044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lay"/>
              <a:buNone/>
            </a:pPr>
            <a:r>
              <a:rPr b="1" lang="en-US" sz="9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ESPill</a:t>
            </a:r>
            <a:endParaRPr b="1" sz="8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789708" y="3866064"/>
            <a:ext cx="10558405" cy="1877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 sz="4000">
                <a:solidFill>
                  <a:schemeClr val="lt1"/>
                </a:solidFill>
              </a:rPr>
              <a:t>Random Otbor</a:t>
            </a:r>
            <a:endParaRPr sz="4000">
              <a:solidFill>
                <a:schemeClr val="lt1"/>
              </a:solidFill>
            </a:endParaRPr>
          </a:p>
        </p:txBody>
      </p:sp>
      <p:pic>
        <p:nvPicPr>
          <p:cNvPr descr="Pills - Free healthcare and medical icons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636" y="999963"/>
            <a:ext cx="2189137" cy="2365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ottle and two pills&#10;&#10;AI-generated content may be incorrect.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3846" y="2540454"/>
            <a:ext cx="3192236" cy="3205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07" name="Google Shape;107;p2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10" name="Google Shape;110;p2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2"/>
          <p:cNvSpPr txBox="1"/>
          <p:nvPr>
            <p:ph type="title"/>
          </p:nvPr>
        </p:nvSpPr>
        <p:spPr>
          <a:xfrm>
            <a:off x="786385" y="841248"/>
            <a:ext cx="5129600" cy="53400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Play"/>
              <a:buNone/>
            </a:pPr>
            <a:r>
              <a:rPr b="1" lang="en-US" sz="5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Проблем и настоящите решения</a:t>
            </a:r>
            <a:endParaRPr b="1" sz="5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304925" y="657900"/>
            <a:ext cx="5626800" cy="58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Arial"/>
              <a:buChar char="●"/>
            </a:pPr>
            <a:r>
              <a:rPr b="0" i="0" lang="en-US" sz="3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Хора с деменция забравят лекарствата си</a:t>
            </a:r>
            <a:endParaRPr b="0" i="0" sz="3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Arial"/>
              <a:buChar char="●"/>
            </a:pPr>
            <a:r>
              <a:rPr b="0" i="0" lang="en-US" sz="3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Риск от пропуск или   предозиране.</a:t>
            </a:r>
            <a:endParaRPr/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Arial"/>
              <a:buChar char="●"/>
            </a:pPr>
            <a:r>
              <a:rPr b="0" i="0" lang="en-US" sz="3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Сегашните решения само напомнянят</a:t>
            </a:r>
            <a:endParaRPr b="0" i="0" sz="3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2032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lls - Free healthcare and medical icons" id="119" name="Google Shape;1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4361481"/>
            <a:ext cx="2255004" cy="2319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3"/>
          <p:cNvGrpSpPr/>
          <p:nvPr/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27" name="Google Shape;127;p3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30" name="Google Shape;130;p3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7" name="Google Shape;137;p3"/>
          <p:cNvSpPr txBox="1"/>
          <p:nvPr>
            <p:ph type="title"/>
          </p:nvPr>
        </p:nvSpPr>
        <p:spPr>
          <a:xfrm>
            <a:off x="786385" y="841248"/>
            <a:ext cx="5129600" cy="53400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Play"/>
              <a:buNone/>
            </a:pPr>
            <a:r>
              <a:rPr b="1" lang="en-US" sz="5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 на проекта</a:t>
            </a:r>
            <a:endParaRPr b="1" sz="5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>
            <p:ph idx="1" type="body"/>
          </p:nvPr>
        </p:nvSpPr>
        <p:spPr>
          <a:xfrm>
            <a:off x="6383100" y="418650"/>
            <a:ext cx="5638200" cy="61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Char char="•"/>
            </a:pPr>
            <a:r>
              <a:rPr lang="en-US" sz="3100">
                <a:solidFill>
                  <a:schemeClr val="dk2"/>
                </a:solidFill>
              </a:rPr>
              <a:t>Безопасен прием на лекарства </a:t>
            </a:r>
            <a:endParaRPr sz="3100">
              <a:solidFill>
                <a:schemeClr val="dk2"/>
              </a:solidFill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Char char="•"/>
            </a:pPr>
            <a:r>
              <a:rPr lang="en-US" sz="3100">
                <a:solidFill>
                  <a:schemeClr val="dk2"/>
                </a:solidFill>
              </a:rPr>
              <a:t>Намаляване на риска </a:t>
            </a:r>
            <a:endParaRPr sz="3100">
              <a:solidFill>
                <a:schemeClr val="dk2"/>
              </a:solidFill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Char char="•"/>
            </a:pPr>
            <a:r>
              <a:rPr lang="en-US" sz="3100">
                <a:solidFill>
                  <a:schemeClr val="dk2"/>
                </a:solidFill>
              </a:rPr>
              <a:t>Повече сигурност</a:t>
            </a:r>
            <a:endParaRPr sz="3100">
              <a:solidFill>
                <a:schemeClr val="dk2"/>
              </a:solidFill>
            </a:endParaRPr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</p:txBody>
      </p:sp>
      <p:pic>
        <p:nvPicPr>
          <p:cNvPr descr="Cartoon medicine pills, drugs clipart free download" id="139" name="Google Shape;139;p3"/>
          <p:cNvPicPr preferRelativeResize="0"/>
          <p:nvPr/>
        </p:nvPicPr>
        <p:blipFill rotWithShape="1">
          <a:blip r:embed="rId3">
            <a:alphaModFix/>
          </a:blip>
          <a:srcRect b="8989" l="0" r="94" t="0"/>
          <a:stretch/>
        </p:blipFill>
        <p:spPr>
          <a:xfrm>
            <a:off x="617349" y="193157"/>
            <a:ext cx="2740625" cy="208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1500" y="0"/>
            <a:ext cx="12189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4"/>
          <p:cNvGrpSpPr/>
          <p:nvPr/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47" name="Google Shape;147;p4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" name="Google Shape;149;p4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0" name="Google Shape;150;p4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4"/>
          <p:cNvSpPr txBox="1"/>
          <p:nvPr>
            <p:ph type="title"/>
          </p:nvPr>
        </p:nvSpPr>
        <p:spPr>
          <a:xfrm>
            <a:off x="467304" y="1088955"/>
            <a:ext cx="5129700" cy="5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br>
              <a:rPr b="1" lang="en-US" sz="5500"/>
            </a:br>
            <a:r>
              <a:rPr b="1" lang="en-US" sz="5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Нашето Решение</a:t>
            </a:r>
            <a:endParaRPr b="1" sz="5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t/>
            </a:r>
            <a:endParaRPr sz="4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t/>
            </a:r>
            <a:endParaRPr sz="4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br>
              <a:rPr lang="en-US" sz="4100"/>
            </a:br>
            <a:endParaRPr sz="4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6259925" y="299050"/>
            <a:ext cx="5751600" cy="61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b="0" i="0" lang="en-US" sz="3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кутия за лекарства </a:t>
            </a:r>
            <a:endParaRPr/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Автоматично отваряне </a:t>
            </a:r>
            <a:endParaRPr/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Свързан уебсайт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pill pack with different colored pills&#10;&#10;AI-generated content may be incorrect." id="159" name="Google Shape;1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528" y="4145756"/>
            <a:ext cx="2184286" cy="2184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500" y="0"/>
            <a:ext cx="12189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5"/>
          <p:cNvGrpSpPr/>
          <p:nvPr/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67" name="Google Shape;167;p5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5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0" name="Google Shape;170;p5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5"/>
          <p:cNvSpPr txBox="1"/>
          <p:nvPr>
            <p:ph type="title"/>
          </p:nvPr>
        </p:nvSpPr>
        <p:spPr>
          <a:xfrm>
            <a:off x="752775" y="179425"/>
            <a:ext cx="5129700" cy="63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br>
              <a:rPr b="1" lang="en-US" sz="5500"/>
            </a:br>
            <a:r>
              <a:rPr b="1" lang="en-US" sz="5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Kак работи проектът</a:t>
            </a:r>
            <a:endParaRPr b="1" sz="5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t/>
            </a:r>
            <a:endParaRPr sz="4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t/>
            </a:r>
            <a:endParaRPr sz="4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br>
              <a:rPr lang="en-US" sz="4100"/>
            </a:br>
            <a:endParaRPr sz="4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6231700" y="139550"/>
            <a:ext cx="5804700" cy="6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Задаване на график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Автоматично отваряне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Известие при липса на действие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7421" y="3861707"/>
            <a:ext cx="2237015" cy="2264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525" y="0"/>
            <a:ext cx="12189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6"/>
          <p:cNvGrpSpPr/>
          <p:nvPr/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87" name="Google Shape;187;p6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6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0" name="Google Shape;190;p6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6"/>
          <p:cNvSpPr txBox="1"/>
          <p:nvPr>
            <p:ph type="title"/>
          </p:nvPr>
        </p:nvSpPr>
        <p:spPr>
          <a:xfrm>
            <a:off x="792235" y="229273"/>
            <a:ext cx="5129700" cy="5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Play"/>
              <a:buNone/>
            </a:pPr>
            <a:r>
              <a:rPr b="1" lang="en-US" sz="5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Демо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>
            <p:ph idx="1" type="body"/>
          </p:nvPr>
        </p:nvSpPr>
        <p:spPr>
          <a:xfrm>
            <a:off x="6364725" y="229275"/>
            <a:ext cx="5586900" cy="6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</p:txBody>
      </p:sp>
      <p:pic>
        <p:nvPicPr>
          <p:cNvPr descr="A computer screen with a cursor pointing at it&#10;&#10;AI-generated content may be incorrect."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8985" y="3593374"/>
            <a:ext cx="2862944" cy="3107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7"/>
          <p:cNvGrpSpPr/>
          <p:nvPr/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207" name="Google Shape;207;p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7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10" name="Google Shape;210;p7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7"/>
          <p:cNvSpPr txBox="1"/>
          <p:nvPr>
            <p:ph type="title"/>
          </p:nvPr>
        </p:nvSpPr>
        <p:spPr>
          <a:xfrm>
            <a:off x="606960" y="841248"/>
            <a:ext cx="5129700" cy="5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Play"/>
              <a:buNone/>
            </a:pPr>
            <a:r>
              <a:rPr b="1" lang="en-US" sz="5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Използвани технологии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>
            <p:ph idx="1" type="body"/>
          </p:nvPr>
        </p:nvSpPr>
        <p:spPr>
          <a:xfrm>
            <a:off x="6464410" y="841247"/>
            <a:ext cx="4484536" cy="53400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</p:txBody>
      </p:sp>
      <p:pic>
        <p:nvPicPr>
          <p:cNvPr descr="JavaScript – Уикипедия" id="219" name="Google Shape;2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1800" y="19050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ML - Wikipedia" id="220" name="Google Shape;2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2900" y="2235200"/>
            <a:ext cx="1778000" cy="176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CSS3 logo and wordmark.svg - Wikimedia Commons" id="221" name="Google Shape;22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5247" y="2248115"/>
            <a:ext cx="14224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QTT - - INTEROPERABILITY" id="222" name="Google Shape;22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87971" y="4445000"/>
            <a:ext cx="2794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P32 WROOM 32E — SunFounder Universal Maker Sensor Kit documentation" id="223" name="Google Shape;22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7642" y="4493077"/>
            <a:ext cx="2816679" cy="1994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75350" y="400050"/>
            <a:ext cx="1619250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8"/>
          <p:cNvGrpSpPr/>
          <p:nvPr/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232" name="Google Shape;232;p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" name="Google Shape;234;p8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35" name="Google Shape;235;p8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8"/>
          <p:cNvSpPr txBox="1"/>
          <p:nvPr>
            <p:ph type="title"/>
          </p:nvPr>
        </p:nvSpPr>
        <p:spPr>
          <a:xfrm>
            <a:off x="786385" y="841248"/>
            <a:ext cx="5129600" cy="53400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Play"/>
              <a:buNone/>
            </a:pPr>
            <a:r>
              <a:rPr b="1" lang="en-US" sz="5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Процес на работа</a:t>
            </a:r>
            <a:endParaRPr b="1" sz="5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>
            <p:ph idx="1" type="body"/>
          </p:nvPr>
        </p:nvSpPr>
        <p:spPr>
          <a:xfrm>
            <a:off x="6464410" y="841247"/>
            <a:ext cx="4484536" cy="53400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  <a:p>
            <a:pPr indent="-254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2"/>
              </a:solidFill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6622025" y="173025"/>
            <a:ext cx="5563800" cy="66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Първо измислихми идеята.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След това направихме Mock up в Frame0.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Лека-полека построихме уебсайта с HTML &amp; CSS.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След Frontend беше направен и Backend с Node js.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Паралелно на това се свързваха сензори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2029" y="4446814"/>
            <a:ext cx="1747158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p9"/>
          <p:cNvGrpSpPr/>
          <p:nvPr/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253" name="Google Shape;253;p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" name="Google Shape;255;p9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56" name="Google Shape;256;p9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9"/>
          <p:cNvSpPr txBox="1"/>
          <p:nvPr>
            <p:ph type="title"/>
          </p:nvPr>
        </p:nvSpPr>
        <p:spPr>
          <a:xfrm>
            <a:off x="587010" y="758998"/>
            <a:ext cx="5129700" cy="5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b="1" lang="en-US" sz="5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Нашият екип</a:t>
            </a:r>
            <a:endParaRPr b="1" sz="5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oup of people posing for a photo&#10;&#10;AI-generated content may be incorrect." id="264" name="Google Shape;264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203" l="0" r="0" t="25355"/>
          <a:stretch/>
        </p:blipFill>
        <p:spPr>
          <a:xfrm>
            <a:off x="6755803" y="1047891"/>
            <a:ext cx="4728327" cy="477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oup-Of-People Icons - Free SVG &amp; PNG Group-Of-People Images - Noun Project" id="265" name="Google Shape;26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2906" y="3954353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2" name="Google Shape;272;p10"/>
          <p:cNvGrpSpPr/>
          <p:nvPr/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273" name="Google Shape;273;p10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10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76" name="Google Shape;276;p10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3" name="Google Shape;283;p10"/>
          <p:cNvSpPr txBox="1"/>
          <p:nvPr>
            <p:ph type="title"/>
          </p:nvPr>
        </p:nvSpPr>
        <p:spPr>
          <a:xfrm>
            <a:off x="12" y="65651"/>
            <a:ext cx="60642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Play"/>
              <a:buNone/>
            </a:pPr>
            <a:r>
              <a:rPr b="1" lang="en-US" sz="5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Нашето преживяване</a:t>
            </a:r>
            <a:endParaRPr b="1" sz="5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6420275" y="458525"/>
            <a:ext cx="5441700" cy="6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</a:endParaRPr>
          </a:p>
        </p:txBody>
      </p:sp>
      <p:pic>
        <p:nvPicPr>
          <p:cNvPr id="285" name="Google Shape;285;p10"/>
          <p:cNvPicPr preferRelativeResize="0"/>
          <p:nvPr/>
        </p:nvPicPr>
        <p:blipFill rotWithShape="1">
          <a:blip r:embed="rId3">
            <a:alphaModFix/>
          </a:blip>
          <a:srcRect b="10020" l="0" r="0" t="-10020"/>
          <a:stretch/>
        </p:blipFill>
        <p:spPr>
          <a:xfrm>
            <a:off x="1192431" y="2501971"/>
            <a:ext cx="3679372" cy="3679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2" name="Google Shape;292;p11"/>
          <p:cNvGrpSpPr/>
          <p:nvPr/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293" name="Google Shape;293;p11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" name="Google Shape;295;p11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96" name="Google Shape;296;p11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11"/>
          <p:cNvSpPr txBox="1"/>
          <p:nvPr>
            <p:ph type="title"/>
          </p:nvPr>
        </p:nvSpPr>
        <p:spPr>
          <a:xfrm>
            <a:off x="786385" y="841248"/>
            <a:ext cx="5129600" cy="53400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b="1" lang="en-U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 бихме продължили проекта?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hands holding a light bulb with a gear inside&#10;&#10;AI-generated content may be incorrect." id="304" name="Google Shape;304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2617" y="4261303"/>
            <a:ext cx="1970088" cy="191566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1"/>
          <p:cNvSpPr txBox="1"/>
          <p:nvPr/>
        </p:nvSpPr>
        <p:spPr>
          <a:xfrm>
            <a:off x="6852600" y="348908"/>
            <a:ext cx="4737900" cy="61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По-компактен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По-разширен уебсайт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Char char="●"/>
            </a:pPr>
            <a:r>
              <a:rPr lang="en-US" sz="3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По-добре изглеждащ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"/>
          <p:cNvSpPr/>
          <p:nvPr/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p12"/>
          <p:cNvGrpSpPr/>
          <p:nvPr/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312" name="Google Shape;312;p12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2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12"/>
          <p:cNvGrpSpPr/>
          <p:nvPr/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15" name="Google Shape;315;p12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2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3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2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2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2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2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10196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2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12"/>
          <p:cNvSpPr txBox="1"/>
          <p:nvPr>
            <p:ph type="ctrTitle"/>
          </p:nvPr>
        </p:nvSpPr>
        <p:spPr>
          <a:xfrm>
            <a:off x="338846" y="676301"/>
            <a:ext cx="11010900" cy="26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</a:pPr>
            <a:r>
              <a:rPr b="1" lang="en-US"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Благодарим ви за вниманието!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 txBox="1"/>
          <p:nvPr>
            <p:ph idx="1" type="subTitle"/>
          </p:nvPr>
        </p:nvSpPr>
        <p:spPr>
          <a:xfrm>
            <a:off x="789708" y="3866064"/>
            <a:ext cx="10558405" cy="2234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Thank you - Free communications icons" id="324" name="Google Shape;3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1321" y="3184072"/>
            <a:ext cx="3605892" cy="3605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2026-03-26T14:53:18Z</dcterms:created>
</cp:coreProperties>
</file>